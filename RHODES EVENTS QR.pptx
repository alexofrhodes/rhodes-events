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797675" cy="9926638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EFE47-2815-48F8-A4E1-2D7010304DE5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9BE8FC-1EDD-4180-AB26-E72F1C1591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370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1117-A496-C739-3340-1BBC7995D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3165C-C1D0-7C06-0572-3B9D31510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C25A7-A990-6699-119F-DD060097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CC18B-F98E-06C9-243D-FEBBE11B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2260F-9BA3-E404-E846-970549F0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756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A937-0B81-8FCD-1095-A16CE769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CF3C3-CFDE-9E50-FC23-2A5505487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9C25B-EA98-206F-CA1C-42147C6FC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49F4E-74EF-882D-FD1C-78904287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207C7-F2D9-00BB-142C-356721EB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8269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171E-D5D4-25E5-82B0-8409189D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BDCE-C65E-3A01-B7EF-402D794BF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4822E-CA2B-E24F-1A55-CECC21F8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A9295-A7AC-4519-EBDE-CDB29ADB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E3178-3032-264C-A4D8-8C523EED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1226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F554F-2E29-C0CE-4476-E347583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C635B-41A4-BE6D-E316-22DDD51BC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9BDF3-F70E-0733-57BB-418A07021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21481-8D2F-9141-B0E3-AB683ADC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E661D-DAA0-C479-7C7E-E35E0F42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EC176-F734-51B8-AFC0-C39E0EE3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2207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0AD3-30B6-20F8-A66A-E733634B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7532F-723D-D20E-B86F-B0DC9E928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B708-B312-61EA-AA47-3E351108B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F5D6B-740C-1760-6FE5-AD9A4CD57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6C3EF-327F-3A9C-B42C-02B40611A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AFA43-6E4D-6A78-771C-0079815C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F1ECA-5311-4F4F-B496-E8AFEB42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F3447-A476-A255-ADC1-A28C52CA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2325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0467-A242-59D9-D511-2D70C667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2910B-181A-805C-B369-1938E3F5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AD818-9D05-EC5A-B0AA-9B6C0269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17BC5-07D4-AFFC-ACF3-F07736B3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1173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773A3-6E7B-63E0-74D1-458E8348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00967-77C8-FC4F-789E-A14EE57A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9C918-AE06-421E-A15F-90D5CBF4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2647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2CB8-9513-EC10-58AD-52C12232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C090-5AE7-1639-BAF7-088031CE6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C6AA4-8DAA-5D19-0FA5-4EEF73ED8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0F939-4C62-16A8-6254-5762C2DD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0B8D0-FBFF-737E-EBEE-22549160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2AA21-47D7-25F5-1657-FC20638F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6591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D700A-D6E9-F569-6329-0553B8F6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62A37-18B9-6743-8707-6C6B38A0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1B0E0-31BA-09E1-40F1-A8C00DAF3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DB2D7-F7B9-D9CB-76E7-92DBDA2F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07EC-11F2-B800-556C-0EA78D8D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73BCF-D278-FCDA-404F-36B4D615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0332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B7EF-E9B7-2131-0B2E-B3B092E0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36B0E-81F6-822F-BADF-4EC3BB91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A5A7A-8B49-FAD0-6EAE-93F22542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A4C80-E19C-6C61-4DE6-5B2D1AD3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ED1AB-7CE2-B3DE-FD35-81B38EAB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32744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30170-E1B6-DF59-5321-F21069E32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B9F08-0558-3800-A2BA-2E8F49AD6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2A336-6516-1C40-602C-0B52AAA8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22421-5D7F-D12E-1EBA-BDBA1D4B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A7253-AFAA-DB9A-6AB1-B8B1FF94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8024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61C88-367C-1EFD-5367-6BEB74DB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BBE7D-1C1B-74DC-CF7A-6A05AE4F6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4418D-3CFF-9B9A-4070-3A80063B9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1FECC-17CC-451A-BAA0-272E9E4E12A4}" type="datetimeFigureOut">
              <a:rPr lang="el-GR" smtClean="0"/>
              <a:t>1/9/2026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0310-D81F-6DC1-D474-A07BF3389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289C0-6CDF-840B-7A52-A634D599D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C9ABB-7271-48A4-8557-B26BBE6A25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7526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EF7034-7415-85F3-885E-1DE73AD83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1765" y="2078882"/>
            <a:ext cx="838955" cy="324233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VENTS</a:t>
            </a:r>
            <a:endParaRPr lang="el-G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99F0C-0F03-2223-9D7B-4518D3149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13" y="353841"/>
            <a:ext cx="1560213" cy="15602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6659628-9ED3-09A4-9179-3B725F8B1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48" y="1876716"/>
            <a:ext cx="333952" cy="526399"/>
          </a:xfrm>
          <a:prstGeom prst="rect">
            <a:avLst/>
          </a:prstGeom>
        </p:spPr>
      </p:pic>
      <p:sp>
        <p:nvSpPr>
          <p:cNvPr id="39" name="Subtitle 2">
            <a:extLst>
              <a:ext uri="{FF2B5EF4-FFF2-40B4-BE49-F238E27FC236}">
                <a16:creationId xmlns:a16="http://schemas.microsoft.com/office/drawing/2014/main" id="{30A6937F-8B7D-043D-D66E-B73C3E5F18A3}"/>
              </a:ext>
            </a:extLst>
          </p:cNvPr>
          <p:cNvSpPr txBox="1">
            <a:spLocks/>
          </p:cNvSpPr>
          <p:nvPr/>
        </p:nvSpPr>
        <p:spPr>
          <a:xfrm>
            <a:off x="2809590" y="2078882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VENTS</a:t>
            </a:r>
            <a:endParaRPr lang="el-GR" sz="2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67386A9-31EC-09FB-E42B-34444DBC0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098" y="353841"/>
            <a:ext cx="1560213" cy="156021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3D84A87-849A-44BD-6FA2-5C7724087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33" y="1876716"/>
            <a:ext cx="333952" cy="526399"/>
          </a:xfrm>
          <a:prstGeom prst="rect">
            <a:avLst/>
          </a:prstGeom>
        </p:spPr>
      </p:pic>
      <p:sp>
        <p:nvSpPr>
          <p:cNvPr id="42" name="Subtitle 2">
            <a:extLst>
              <a:ext uri="{FF2B5EF4-FFF2-40B4-BE49-F238E27FC236}">
                <a16:creationId xmlns:a16="http://schemas.microsoft.com/office/drawing/2014/main" id="{7AF9AFFD-0F11-9D48-6910-9F7FE9833FF5}"/>
              </a:ext>
            </a:extLst>
          </p:cNvPr>
          <p:cNvSpPr txBox="1">
            <a:spLocks/>
          </p:cNvSpPr>
          <p:nvPr/>
        </p:nvSpPr>
        <p:spPr>
          <a:xfrm>
            <a:off x="4727415" y="2078882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VENTS</a:t>
            </a:r>
            <a:endParaRPr lang="el-GR" sz="2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015E50E-FD42-AB37-0FD0-C9BBB40D2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683" y="353841"/>
            <a:ext cx="1560213" cy="156021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184D9A2-C122-CA31-B68F-171FF6B10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18" y="1876716"/>
            <a:ext cx="333952" cy="526399"/>
          </a:xfrm>
          <a:prstGeom prst="rect">
            <a:avLst/>
          </a:prstGeom>
        </p:spPr>
      </p:pic>
      <p:sp>
        <p:nvSpPr>
          <p:cNvPr id="45" name="Subtitle 2">
            <a:extLst>
              <a:ext uri="{FF2B5EF4-FFF2-40B4-BE49-F238E27FC236}">
                <a16:creationId xmlns:a16="http://schemas.microsoft.com/office/drawing/2014/main" id="{B8FB93A7-17DA-5F0C-AD01-0B9443535C60}"/>
              </a:ext>
            </a:extLst>
          </p:cNvPr>
          <p:cNvSpPr txBox="1">
            <a:spLocks/>
          </p:cNvSpPr>
          <p:nvPr/>
        </p:nvSpPr>
        <p:spPr>
          <a:xfrm>
            <a:off x="6634840" y="2078882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VENTS</a:t>
            </a:r>
            <a:endParaRPr lang="el-GR" sz="2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B42DEA6-32E5-976C-7F7D-B4D87A95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268" y="353841"/>
            <a:ext cx="1560213" cy="156021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E835F39-49F6-D47C-71D2-7130107DD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103" y="1876716"/>
            <a:ext cx="333952" cy="526399"/>
          </a:xfrm>
          <a:prstGeom prst="rect">
            <a:avLst/>
          </a:prstGeom>
        </p:spPr>
      </p:pic>
      <p:sp>
        <p:nvSpPr>
          <p:cNvPr id="54" name="Subtitle 2">
            <a:extLst>
              <a:ext uri="{FF2B5EF4-FFF2-40B4-BE49-F238E27FC236}">
                <a16:creationId xmlns:a16="http://schemas.microsoft.com/office/drawing/2014/main" id="{5480E999-F443-E380-25F7-A0CCFDEDB4DF}"/>
              </a:ext>
            </a:extLst>
          </p:cNvPr>
          <p:cNvSpPr txBox="1">
            <a:spLocks/>
          </p:cNvSpPr>
          <p:nvPr/>
        </p:nvSpPr>
        <p:spPr>
          <a:xfrm>
            <a:off x="891765" y="5651031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VENTS</a:t>
            </a:r>
            <a:endParaRPr lang="el-GR" sz="20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A02B238-2CBC-F2E1-FEBA-391FCA920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13" y="3925990"/>
            <a:ext cx="1560213" cy="156021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BE4D80E-3866-3DEC-EC66-2EC01B47C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48" y="5448865"/>
            <a:ext cx="333952" cy="526399"/>
          </a:xfrm>
          <a:prstGeom prst="rect">
            <a:avLst/>
          </a:prstGeom>
        </p:spPr>
      </p:pic>
      <p:sp>
        <p:nvSpPr>
          <p:cNvPr id="57" name="Subtitle 2">
            <a:extLst>
              <a:ext uri="{FF2B5EF4-FFF2-40B4-BE49-F238E27FC236}">
                <a16:creationId xmlns:a16="http://schemas.microsoft.com/office/drawing/2014/main" id="{5474905E-4264-2DB4-BB23-2BFDBFAAAF5F}"/>
              </a:ext>
            </a:extLst>
          </p:cNvPr>
          <p:cNvSpPr txBox="1">
            <a:spLocks/>
          </p:cNvSpPr>
          <p:nvPr/>
        </p:nvSpPr>
        <p:spPr>
          <a:xfrm>
            <a:off x="2809590" y="5651031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VENTS</a:t>
            </a:r>
            <a:endParaRPr lang="el-GR" sz="20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1C249F0-4E7B-8819-5F96-55327B079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098" y="3925990"/>
            <a:ext cx="1560213" cy="156021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278CAC9-DD86-0ED7-769A-78769D640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33" y="5448865"/>
            <a:ext cx="333952" cy="526399"/>
          </a:xfrm>
          <a:prstGeom prst="rect">
            <a:avLst/>
          </a:prstGeom>
        </p:spPr>
      </p:pic>
      <p:sp>
        <p:nvSpPr>
          <p:cNvPr id="60" name="Subtitle 2">
            <a:extLst>
              <a:ext uri="{FF2B5EF4-FFF2-40B4-BE49-F238E27FC236}">
                <a16:creationId xmlns:a16="http://schemas.microsoft.com/office/drawing/2014/main" id="{5E9635E9-73F2-5710-723D-3552936C7DEE}"/>
              </a:ext>
            </a:extLst>
          </p:cNvPr>
          <p:cNvSpPr txBox="1">
            <a:spLocks/>
          </p:cNvSpPr>
          <p:nvPr/>
        </p:nvSpPr>
        <p:spPr>
          <a:xfrm>
            <a:off x="4727415" y="5651031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VENTS</a:t>
            </a:r>
            <a:endParaRPr lang="el-GR" sz="20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F14E7C8-4099-C264-AC94-F1794F465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683" y="3925990"/>
            <a:ext cx="1560213" cy="156021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917D104-13A7-1B96-7291-2297B752B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18" y="5448865"/>
            <a:ext cx="333952" cy="526399"/>
          </a:xfrm>
          <a:prstGeom prst="rect">
            <a:avLst/>
          </a:prstGeom>
        </p:spPr>
      </p:pic>
      <p:sp>
        <p:nvSpPr>
          <p:cNvPr id="63" name="Subtitle 2">
            <a:extLst>
              <a:ext uri="{FF2B5EF4-FFF2-40B4-BE49-F238E27FC236}">
                <a16:creationId xmlns:a16="http://schemas.microsoft.com/office/drawing/2014/main" id="{AE3045DA-283D-0546-A5D0-22564F92596A}"/>
              </a:ext>
            </a:extLst>
          </p:cNvPr>
          <p:cNvSpPr txBox="1">
            <a:spLocks/>
          </p:cNvSpPr>
          <p:nvPr/>
        </p:nvSpPr>
        <p:spPr>
          <a:xfrm>
            <a:off x="6634840" y="5651031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VENTS</a:t>
            </a:r>
            <a:endParaRPr lang="el-GR" sz="20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F09BF21-04EE-919C-200E-83397E7C7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268" y="3925990"/>
            <a:ext cx="1560213" cy="156021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7154A67-08E7-8DED-42FE-A0F4EB73D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103" y="5448865"/>
            <a:ext cx="333952" cy="526399"/>
          </a:xfrm>
          <a:prstGeom prst="rect">
            <a:avLst/>
          </a:prstGeom>
        </p:spPr>
      </p:pic>
      <p:sp>
        <p:nvSpPr>
          <p:cNvPr id="67" name="Subtitle 2">
            <a:extLst>
              <a:ext uri="{FF2B5EF4-FFF2-40B4-BE49-F238E27FC236}">
                <a16:creationId xmlns:a16="http://schemas.microsoft.com/office/drawing/2014/main" id="{813C2068-6EED-366E-6730-1C506539BFC8}"/>
              </a:ext>
            </a:extLst>
          </p:cNvPr>
          <p:cNvSpPr txBox="1">
            <a:spLocks/>
          </p:cNvSpPr>
          <p:nvPr/>
        </p:nvSpPr>
        <p:spPr>
          <a:xfrm>
            <a:off x="8542265" y="2078882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VENTS</a:t>
            </a:r>
            <a:endParaRPr lang="el-GR" sz="20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FF52F3F-3E37-E4D2-9299-E9C7A8B8E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853" y="353841"/>
            <a:ext cx="1560213" cy="156021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9CB55C2C-A289-E49E-45B1-0CB289BF7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688" y="1876716"/>
            <a:ext cx="333952" cy="526399"/>
          </a:xfrm>
          <a:prstGeom prst="rect">
            <a:avLst/>
          </a:prstGeom>
        </p:spPr>
      </p:pic>
      <p:sp>
        <p:nvSpPr>
          <p:cNvPr id="73" name="Subtitle 2">
            <a:extLst>
              <a:ext uri="{FF2B5EF4-FFF2-40B4-BE49-F238E27FC236}">
                <a16:creationId xmlns:a16="http://schemas.microsoft.com/office/drawing/2014/main" id="{896AD7E8-B7EC-1934-8DCD-D8A93E67D6D3}"/>
              </a:ext>
            </a:extLst>
          </p:cNvPr>
          <p:cNvSpPr txBox="1">
            <a:spLocks/>
          </p:cNvSpPr>
          <p:nvPr/>
        </p:nvSpPr>
        <p:spPr>
          <a:xfrm>
            <a:off x="8542265" y="5651031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VENTS</a:t>
            </a:r>
            <a:endParaRPr lang="el-GR" sz="20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EEAD9502-D1E4-ACAB-8B4F-F256BEFF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853" y="3925990"/>
            <a:ext cx="1560213" cy="156021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17B28D0-44A3-DA71-B6F8-695B65C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688" y="5448865"/>
            <a:ext cx="333952" cy="526399"/>
          </a:xfrm>
          <a:prstGeom prst="rect">
            <a:avLst/>
          </a:prstGeom>
        </p:spPr>
      </p:pic>
      <p:sp>
        <p:nvSpPr>
          <p:cNvPr id="79" name="Subtitle 2">
            <a:extLst>
              <a:ext uri="{FF2B5EF4-FFF2-40B4-BE49-F238E27FC236}">
                <a16:creationId xmlns:a16="http://schemas.microsoft.com/office/drawing/2014/main" id="{22BEED55-A618-43D9-E832-450CCDB11701}"/>
              </a:ext>
            </a:extLst>
          </p:cNvPr>
          <p:cNvSpPr txBox="1">
            <a:spLocks/>
          </p:cNvSpPr>
          <p:nvPr/>
        </p:nvSpPr>
        <p:spPr>
          <a:xfrm>
            <a:off x="10449691" y="2078882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VENTS</a:t>
            </a:r>
            <a:endParaRPr lang="el-GR" sz="20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FE53527-BCA3-423A-8A16-9D5C8439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439" y="353841"/>
            <a:ext cx="1560213" cy="156021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71F8236-80D6-33FF-4973-3D519C2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274" y="1876716"/>
            <a:ext cx="333952" cy="526399"/>
          </a:xfrm>
          <a:prstGeom prst="rect">
            <a:avLst/>
          </a:prstGeom>
        </p:spPr>
      </p:pic>
      <p:sp>
        <p:nvSpPr>
          <p:cNvPr id="85" name="Subtitle 2">
            <a:extLst>
              <a:ext uri="{FF2B5EF4-FFF2-40B4-BE49-F238E27FC236}">
                <a16:creationId xmlns:a16="http://schemas.microsoft.com/office/drawing/2014/main" id="{186FE7FA-680F-2946-B737-3ECF3C3074EC}"/>
              </a:ext>
            </a:extLst>
          </p:cNvPr>
          <p:cNvSpPr txBox="1">
            <a:spLocks/>
          </p:cNvSpPr>
          <p:nvPr/>
        </p:nvSpPr>
        <p:spPr>
          <a:xfrm>
            <a:off x="10449691" y="5651031"/>
            <a:ext cx="838955" cy="324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VENTS</a:t>
            </a:r>
            <a:endParaRPr lang="el-GR" sz="200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B162A9B-0877-96EC-7FA3-54405DD6B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439" y="3925990"/>
            <a:ext cx="1560213" cy="1560213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818CFD0A-EFAB-C686-470E-7DE08082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274" y="5448865"/>
            <a:ext cx="333952" cy="52639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C1B2F4-0B37-B28D-A218-16612DCAC096}"/>
              </a:ext>
            </a:extLst>
          </p:cNvPr>
          <p:cNvCxnSpPr>
            <a:cxnSpLocks/>
          </p:cNvCxnSpPr>
          <p:nvPr/>
        </p:nvCxnSpPr>
        <p:spPr>
          <a:xfrm>
            <a:off x="-108641" y="3429000"/>
            <a:ext cx="12192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D14D3B-651E-8767-B5F9-D3AF3D9018D0}"/>
              </a:ext>
            </a:extLst>
          </p:cNvPr>
          <p:cNvCxnSpPr>
            <a:cxnSpLocks/>
          </p:cNvCxnSpPr>
          <p:nvPr/>
        </p:nvCxnSpPr>
        <p:spPr>
          <a:xfrm flipV="1">
            <a:off x="2171324" y="0"/>
            <a:ext cx="0" cy="685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1A84A3-D472-0592-5EC6-5BA2FB394D74}"/>
              </a:ext>
            </a:extLst>
          </p:cNvPr>
          <p:cNvCxnSpPr>
            <a:cxnSpLocks/>
          </p:cNvCxnSpPr>
          <p:nvPr/>
        </p:nvCxnSpPr>
        <p:spPr>
          <a:xfrm flipV="1">
            <a:off x="4083491" y="0"/>
            <a:ext cx="0" cy="685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097B63-4686-B51B-88E2-172F20B108BA}"/>
              </a:ext>
            </a:extLst>
          </p:cNvPr>
          <p:cNvCxnSpPr>
            <a:cxnSpLocks/>
          </p:cNvCxnSpPr>
          <p:nvPr/>
        </p:nvCxnSpPr>
        <p:spPr>
          <a:xfrm flipV="1">
            <a:off x="5995658" y="0"/>
            <a:ext cx="0" cy="685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E791DA-8F4A-A70C-8526-D793219100AE}"/>
              </a:ext>
            </a:extLst>
          </p:cNvPr>
          <p:cNvCxnSpPr>
            <a:cxnSpLocks/>
          </p:cNvCxnSpPr>
          <p:nvPr/>
        </p:nvCxnSpPr>
        <p:spPr>
          <a:xfrm flipV="1">
            <a:off x="7907825" y="0"/>
            <a:ext cx="0" cy="685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5FED61-D203-27E1-9A20-117F79E1E426}"/>
              </a:ext>
            </a:extLst>
          </p:cNvPr>
          <p:cNvCxnSpPr>
            <a:cxnSpLocks/>
          </p:cNvCxnSpPr>
          <p:nvPr/>
        </p:nvCxnSpPr>
        <p:spPr>
          <a:xfrm flipV="1">
            <a:off x="9819993" y="0"/>
            <a:ext cx="0" cy="685800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49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aanastasiou</dc:creator>
  <cp:lastModifiedBy>aanastasiou</cp:lastModifiedBy>
  <cp:revision>2</cp:revision>
  <cp:lastPrinted>2026-08-27T09:38:11Z</cp:lastPrinted>
  <dcterms:created xsi:type="dcterms:W3CDTF">2026-08-27T09:37:58Z</dcterms:created>
  <dcterms:modified xsi:type="dcterms:W3CDTF">2026-09-01T11:15:37Z</dcterms:modified>
</cp:coreProperties>
</file>